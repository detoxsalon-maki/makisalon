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マキサロン LP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共有運用マニュアル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4023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+ Vercel 引渡し / 受取り / 日々の更新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対象LP: makisalon.vercel.app / makisalon.vercel.app/academy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2026-05-26 / ハリー → マキ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全体像：2人共有体制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経由で共有 / Vercel は片側自動デプロイ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07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GitHub（無料・共有）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harry-n2/makisalon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↕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┌──────┴──────┐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     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ハリー         マキ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     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└──────┬──────┘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↓ git push → 自動デプロイ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Vercel Hobby（ハリー側）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↓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https://makisalon.vercel.app/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役割分担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誰が何をできて、何をできないか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10607040" cy="320040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項目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ハリー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マキ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GitHubのコード編集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PR作成・レビュー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✅(レビュー受ける側)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main マージ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✅(または依頼)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Vercel ダッシュボード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❌ → ハリーに依頼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本番ドメイン設定変更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❌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緊急時 Rollback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❌ → ハリーに依頼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ローカルプレビュー(npm)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任意(中級者向け)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FOR MAKI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マキ側 受け取り5ステップ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所要時間 30〜60分・コマンド不要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GitHubアカウント作成 (5分)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https://github.com/signup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ハリーからの招待を Accept (2分)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メール内の View invitation → Accept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GitHub Desktop インストール (10分)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https://desktop.github.com/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リポジトリを Clone (5分)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harry-n2/makisalon を選んで Clone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VS Code インストール&amp;日本語化 (10分)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https://code.visualstudio.com/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DAILY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日々の更新フロー(マキ側)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毎回この8ステップで完結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main を pull (最新化)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7588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新しいブランチを作る (例: fix/header-text)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05993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VS Code でファイルを編集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44398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GitHub Desktop で Commit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8280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Push origin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ブラウザで PR (Pull Request) 作成 → Reviewers: harry-n2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5961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 Vercel Preview URL で確認 (PR画面に自動表示)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8017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8. ハリー承認 → main マージ → 本番自動反映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緊急時の対処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症状別フローチャート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🆘 本番サイトが壊れた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ハリーに連絡 → Vercel Rollback で1分復旧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🆘 ローカル変更で詰まった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Desktop: Discard changes でファイル単位 or 一括取消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🆘 環境が完全におかしくなった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4480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Desktop から Remove → 再 Clone (Step 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🆘 コンフリクト発生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5120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Desktop の Update from main → VS Code で解決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🆘 Push が rejected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5760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正常動作: main 直 push禁止 → 新ブランチで作業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将来の完全移管 (5ステップ)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マキが運用に慣れたら段階移行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GitHub repo を harry-n2 → &lt;MAKI_USERNAME&gt; に Transfer ownership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マキのVercelアカウントで新規プロジェクトとして接続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マキが取得した独自ドメインを Vercel に設定 (例: www.makisalon.jp)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DNS設定で Vercel に向ける (CNAME / A record)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旧 makisalon.vercel.app を削除 or リダイレクト設定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実施時期の目安: マキが日々の更新フローに3ヶ月以上慣れてから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困ったら、まず連絡。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スクショ + 何をしたか + 焦り度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30分悩むより、一言聞いたほうが10倍速い。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詳細は handoff/maki-onboarding/ の md ファイル群を参照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マキサロン LP 共有運用マニュアル</dc:title>
  <dc:subject>GitHub + Vercel 引渡しマニュアル</dc:subject>
  <dc:creator>ハリー</dc:creator>
  <cp:lastModifiedBy>ハリー</cp:lastModifiedBy>
  <cp:revision>1</cp:revision>
  <dcterms:created xsi:type="dcterms:W3CDTF">2026-05-25T16:44:27Z</dcterms:created>
  <dcterms:modified xsi:type="dcterms:W3CDTF">2026-05-25T16:44:27Z</dcterms:modified>
</cp:coreProperties>
</file>